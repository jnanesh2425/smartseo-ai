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803" r:id="rId2"/>
    <p:sldId id="833" r:id="rId3"/>
    <p:sldId id="824" r:id="rId4"/>
    <p:sldId id="828" r:id="rId5"/>
    <p:sldId id="805" r:id="rId6"/>
    <p:sldId id="829" r:id="rId7"/>
    <p:sldId id="832" r:id="rId8"/>
    <p:sldId id="830" r:id="rId9"/>
    <p:sldId id="83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23" autoAdjust="0"/>
    <p:restoredTop sz="94660"/>
  </p:normalViewPr>
  <p:slideViewPr>
    <p:cSldViewPr snapToGrid="0">
      <p:cViewPr varScale="1">
        <p:scale>
          <a:sx n="78" d="100"/>
          <a:sy n="7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194388" y="4004943"/>
            <a:ext cx="475013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			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OptiClick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SEO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734168" y="3089791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  <a:ea typeface="Calibri"/>
                <a:cs typeface="Calibri"/>
              </a:rPr>
              <a:t>Team members &amp; roles</a:t>
            </a:r>
            <a:endParaRPr lang="en-US" sz="32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85497"/>
              </p:ext>
            </p:extLst>
          </p:nvPr>
        </p:nvGraphicFramePr>
        <p:xfrm>
          <a:off x="1179534" y="1700409"/>
          <a:ext cx="9832932" cy="3648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466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16466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182495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+mj-lt"/>
                          <a:cs typeface="Times New Roman" panose="02020603050405020304" pitchFamily="18" charset="0"/>
                        </a:rPr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600" dirty="0">
                          <a:latin typeface="+mj-lt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3200" dirty="0">
                          <a:latin typeface="+mj-lt"/>
                          <a:cs typeface="Times New Roman" panose="02020603050405020304" pitchFamily="18" charset="0"/>
                        </a:rPr>
                        <a:t>Role</a:t>
                      </a:r>
                      <a:endParaRPr lang="en-IN" sz="3600" dirty="0"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IN" sz="2400" dirty="0" err="1">
                          <a:latin typeface="+mj-lt"/>
                          <a:cs typeface="Times New Roman" panose="02020603050405020304" pitchFamily="18" charset="0"/>
                        </a:rPr>
                        <a:t>Jeyaprajan</a:t>
                      </a:r>
                      <a:r>
                        <a:rPr lang="en-IN" sz="2400" dirty="0">
                          <a:latin typeface="+mj-lt"/>
                          <a:cs typeface="Times New Roman" panose="02020603050405020304" pitchFamily="18" charset="0"/>
                        </a:rPr>
                        <a:t> V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+mj-lt"/>
                          <a:cs typeface="Times New Roman" panose="02020603050405020304" pitchFamily="18" charset="0"/>
                        </a:rPr>
                        <a:t>Team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Impana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E Reddy Akhila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+mj-lt"/>
                          <a:cs typeface="Times New Roman" panose="02020603050405020304" pitchFamily="18" charset="0"/>
                        </a:rPr>
                        <a:t>Development lead</a:t>
                      </a:r>
                    </a:p>
                    <a:p>
                      <a:r>
                        <a:rPr lang="en-IN" sz="2400" dirty="0">
                          <a:latin typeface="+mj-lt"/>
                          <a:cs typeface="Times New Roman" panose="02020603050405020304" pitchFamily="18" charset="0"/>
                        </a:rPr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+mj-lt"/>
                          <a:cs typeface="Times New Roman" panose="02020603050405020304" pitchFamily="18" charset="0"/>
                        </a:rPr>
                        <a:t>Jnanesh N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3141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400" dirty="0">
                          <a:latin typeface="+mj-lt"/>
                          <a:cs typeface="Times New Roman" panose="02020603050405020304" pitchFamily="18" charset="0"/>
                        </a:rPr>
                        <a:t>Chetan Skanda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+mj-lt"/>
                          <a:cs typeface="Times New Roman" panose="02020603050405020304" pitchFamily="18" charset="0"/>
                        </a:rPr>
                        <a:t>Disha 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/>
                        <a:t>Customer Contact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70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97" y="523605"/>
            <a:ext cx="7937961" cy="83820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  <a:ea typeface="Calibri"/>
                <a:cs typeface="Calibri"/>
              </a:rPr>
              <a:t> Modified Problem Statement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1537DA-E400-8440-C8D6-02B984B61C53}"/>
              </a:ext>
            </a:extLst>
          </p:cNvPr>
          <p:cNvSpPr txBox="1"/>
          <p:nvPr/>
        </p:nvSpPr>
        <p:spPr>
          <a:xfrm>
            <a:off x="695400" y="1563328"/>
            <a:ext cx="110246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Businesses struggle to optimize their websites for SEO and AEO, leading to poor rankings and low visibility.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tools require manual effort and lack automation, making the process time-consuming and inefficient.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37961" cy="83820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  <a:ea typeface="Calibri"/>
                <a:cs typeface="Calibri"/>
              </a:rPr>
              <a:t> User/ Customer Understanding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3AD0FD-E8C6-6C3F-CD5E-274A4E6CF81D}"/>
              </a:ext>
            </a:extLst>
          </p:cNvPr>
          <p:cNvSpPr txBox="1"/>
          <p:nvPr/>
        </p:nvSpPr>
        <p:spPr>
          <a:xfrm>
            <a:off x="284480" y="980083"/>
            <a:ext cx="11356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conducted discussions with industry professionals and potential users to understand real-world SEO challenges.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E222C3-D8D4-CFB4-7564-92EE15AF1AAF}"/>
              </a:ext>
            </a:extLst>
          </p:cNvPr>
          <p:cNvSpPr txBox="1"/>
          <p:nvPr/>
        </p:nvSpPr>
        <p:spPr>
          <a:xfrm>
            <a:off x="284480" y="1819177"/>
            <a:ext cx="8117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Participants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Harish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Thimmegowda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(Senior Director – Client Services, Availity)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Rekha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Kosuru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(Team Lead &amp; Hiring Manager, Clean Harbors)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and website users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823787-5F69-E1ED-11DE-3513F9C1FC5A}"/>
              </a:ext>
            </a:extLst>
          </p:cNvPr>
          <p:cNvSpPr txBox="1"/>
          <p:nvPr/>
        </p:nvSpPr>
        <p:spPr>
          <a:xfrm>
            <a:off x="284480" y="3304601"/>
            <a:ext cx="604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knowledge in SEO and AEO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tools are complex and difficult to use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optimization is time-consuming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 for automated and easy-to-use solutions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7E9AC1-EC79-3E90-2E2A-469780B2EDD4}"/>
              </a:ext>
            </a:extLst>
          </p:cNvPr>
          <p:cNvSpPr txBox="1"/>
          <p:nvPr/>
        </p:nvSpPr>
        <p:spPr>
          <a:xfrm>
            <a:off x="284480" y="5205523"/>
            <a:ext cx="8514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 - 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20" y="192586"/>
            <a:ext cx="6211927" cy="83820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Ideal Customer Profile (ICP)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699C7-59CA-5031-F31A-D8B1F9E3CCF8}"/>
              </a:ext>
            </a:extLst>
          </p:cNvPr>
          <p:cNvSpPr txBox="1"/>
          <p:nvPr/>
        </p:nvSpPr>
        <p:spPr>
          <a:xfrm>
            <a:off x="258520" y="1234441"/>
            <a:ext cx="3084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Users</a:t>
            </a: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F35A1-1598-03B4-779B-D8B5C1E48372}"/>
              </a:ext>
            </a:extLst>
          </p:cNvPr>
          <p:cNvSpPr txBox="1"/>
          <p:nvPr/>
        </p:nvSpPr>
        <p:spPr>
          <a:xfrm>
            <a:off x="258520" y="1752600"/>
            <a:ext cx="375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business owners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Bloggers and content creators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marketers</a:t>
            </a:r>
          </a:p>
          <a:p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AA8F5-B7B6-5E88-4711-844D311BE648}"/>
              </a:ext>
            </a:extLst>
          </p:cNvPr>
          <p:cNvSpPr txBox="1"/>
          <p:nvPr/>
        </p:nvSpPr>
        <p:spPr>
          <a:xfrm>
            <a:off x="5455920" y="1490999"/>
            <a:ext cx="635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2000" dirty="0"/>
              <a:t>Age: 18–40 </a:t>
            </a:r>
          </a:p>
          <a:p>
            <a:r>
              <a:rPr lang="en-US" sz="2000" dirty="0"/>
              <a:t>Industries: E-commerce, blogging, digital marketing </a:t>
            </a:r>
          </a:p>
          <a:p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6D85C8-84BA-11E3-A3BA-E88CBF9576B4}"/>
              </a:ext>
            </a:extLst>
          </p:cNvPr>
          <p:cNvSpPr txBox="1"/>
          <p:nvPr/>
        </p:nvSpPr>
        <p:spPr>
          <a:xfrm>
            <a:off x="5455920" y="1234441"/>
            <a:ext cx="3084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Demographic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87917B-5057-FEAE-D522-DC7F98EEB5FD}"/>
              </a:ext>
            </a:extLst>
          </p:cNvPr>
          <p:cNvSpPr txBox="1"/>
          <p:nvPr/>
        </p:nvSpPr>
        <p:spPr>
          <a:xfrm>
            <a:off x="329640" y="3964664"/>
            <a:ext cx="375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digital tools regularly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Prefer web-based platforms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complex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 quick results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B9A0ED-ABED-FE20-3312-352F1C63DA1C}"/>
              </a:ext>
            </a:extLst>
          </p:cNvPr>
          <p:cNvSpPr txBox="1"/>
          <p:nvPr/>
        </p:nvSpPr>
        <p:spPr>
          <a:xfrm>
            <a:off x="5494300" y="3276689"/>
            <a:ext cx="3084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Pain Points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E0DA90-BEE6-2559-423B-A2F1921EBCF6}"/>
              </a:ext>
            </a:extLst>
          </p:cNvPr>
          <p:cNvSpPr txBox="1"/>
          <p:nvPr/>
        </p:nvSpPr>
        <p:spPr>
          <a:xfrm>
            <a:off x="329640" y="3350478"/>
            <a:ext cx="3084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Psychographic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46451-1159-B07E-3F94-84B3EC600614}"/>
              </a:ext>
            </a:extLst>
          </p:cNvPr>
          <p:cNvSpPr txBox="1"/>
          <p:nvPr/>
        </p:nvSpPr>
        <p:spPr>
          <a:xfrm>
            <a:off x="5455920" y="3581311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SEO and AEO knowledge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Difficulty improving website ranking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optimization is time-consuming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tools are complex </a:t>
            </a:r>
          </a:p>
        </p:txBody>
      </p:sp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124275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ea typeface="Calibri"/>
                <a:cs typeface="Calibri"/>
              </a:rPr>
              <a:t>Customer Persona (CP)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25AB6-6E88-D390-1764-FD55ED5097CA}"/>
              </a:ext>
            </a:extLst>
          </p:cNvPr>
          <p:cNvSpPr txBox="1"/>
          <p:nvPr/>
        </p:nvSpPr>
        <p:spPr>
          <a:xfrm>
            <a:off x="635000" y="962477"/>
            <a:ext cx="7000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Rekha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Kosuru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32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Occupation: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Team Lead &amp; Hiring Manager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Clean Harbors</a:t>
            </a:r>
            <a:b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Location: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Bangalore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49807-763A-4DB4-D601-ABE2A666CD0F}"/>
              </a:ext>
            </a:extLst>
          </p:cNvPr>
          <p:cNvSpPr txBox="1"/>
          <p:nvPr/>
        </p:nvSpPr>
        <p:spPr>
          <a:xfrm>
            <a:off x="635000" y="2750637"/>
            <a:ext cx="7000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Behavior: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Uses web tools regularly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Prefers simple and efficient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Avoids complex platforms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Needs quick and actionable insights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066AE2-205D-4161-3265-183C6995E3DB}"/>
              </a:ext>
            </a:extLst>
          </p:cNvPr>
          <p:cNvSpPr txBox="1"/>
          <p:nvPr/>
        </p:nvSpPr>
        <p:spPr>
          <a:xfrm>
            <a:off x="635000" y="4463133"/>
            <a:ext cx="70002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Goals: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 website visibility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Increase engagement and reach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 manual SEO effort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CC30B7-976C-15D8-4576-405380136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170" y="634547"/>
            <a:ext cx="4044950" cy="53932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16" y="355592"/>
            <a:ext cx="6211927" cy="838202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  <a:ea typeface="Calibri"/>
                <a:cs typeface="Calibri"/>
              </a:rPr>
              <a:t> Product USP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F2ED1C-BE23-28EF-9ECF-53CCC55A988C}"/>
              </a:ext>
            </a:extLst>
          </p:cNvPr>
          <p:cNvSpPr txBox="1"/>
          <p:nvPr/>
        </p:nvSpPr>
        <p:spPr>
          <a:xfrm>
            <a:off x="243116" y="1193794"/>
            <a:ext cx="11565426" cy="4464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AI-Powered Automated Analysis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Automatically analyzes website content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SEO + AEO in One System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ranking and AI visibility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Manual Effort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Easy to use, no technical expertise needed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Content Improvement</a:t>
            </a:r>
            <a:r>
              <a:rPr lang="en-US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Generates FAQs and optimized content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Recommendation Engine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Provides actionable suggestions to improve SEO score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One-Click Optimization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Instantly analyze and optimize website performance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Content Update (Authorized Access)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Updates website content via AP/GitHub integration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24" y="103999"/>
            <a:ext cx="8006473" cy="73967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 Use Cases &amp; High level Requirements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FD598-48EF-3851-986F-03B308528A93}"/>
              </a:ext>
            </a:extLst>
          </p:cNvPr>
          <p:cNvSpPr txBox="1"/>
          <p:nvPr/>
        </p:nvSpPr>
        <p:spPr>
          <a:xfrm>
            <a:off x="463746" y="3271948"/>
            <a:ext cx="4252452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URL input &amp; website analysis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Issue detection (SEO &amp; AEO)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suggestions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content improvement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display of results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18D9D7-B8D9-2E50-B9E8-946045A61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224" y="971496"/>
            <a:ext cx="1001625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 Website URL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provides website link as input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Website Analysis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analyzes content, keywords, and structure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SEO Score Generation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calculates and displays SEO score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Suggestions &amp; Improvements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provides automated SEO &amp; AEO recommendations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Optimization Output</a:t>
            </a:r>
            <a:r>
              <a:rPr lang="en-US" alt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receives improved content (FAQs, structured answers) \</a:t>
            </a:r>
            <a:endParaRPr lang="en-US" alt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A9AF0-D343-2F0E-B9EB-4B38DFD73076}"/>
              </a:ext>
            </a:extLst>
          </p:cNvPr>
          <p:cNvSpPr txBox="1"/>
          <p:nvPr/>
        </p:nvSpPr>
        <p:spPr>
          <a:xfrm>
            <a:off x="5030830" y="3271948"/>
            <a:ext cx="4252452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Non-Functional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Scalable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98" y="143088"/>
            <a:ext cx="7045685" cy="83820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ea typeface="Calibri"/>
                <a:cs typeface="Calibri"/>
              </a:rPr>
              <a:t> Proof of Concept (PoC) / Prototype Demo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E6CD-28A4-0547-FCFA-8E8B38A7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22" y="2512453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7F9D52-4DEC-8778-2553-BD7B83D5B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60" y="1338577"/>
            <a:ext cx="5565576" cy="34784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FD4E71-B200-B8D2-7271-1D848EC90E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11997"/>
            <a:ext cx="5608105" cy="35050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40657D-ACDF-2C5E-8F38-0445A7AF5965}"/>
              </a:ext>
            </a:extLst>
          </p:cNvPr>
          <p:cNvSpPr txBox="1"/>
          <p:nvPr/>
        </p:nvSpPr>
        <p:spPr>
          <a:xfrm>
            <a:off x="474620" y="5217470"/>
            <a:ext cx="231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Demo Link - </a:t>
            </a:r>
          </a:p>
        </p:txBody>
      </p:sp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2657</TotalTime>
  <Words>672</Words>
  <Application>Microsoft Office PowerPoint</Application>
  <PresentationFormat>Widescreen</PresentationFormat>
  <Paragraphs>122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&amp; roles</vt:lpstr>
      <vt:lpstr> Modified Problem Statement</vt:lpstr>
      <vt:lpstr> User/ Customer Understanding</vt:lpstr>
      <vt:lpstr>Ideal Customer Profile (ICP)</vt:lpstr>
      <vt:lpstr>Customer Persona (CP)</vt:lpstr>
      <vt:lpstr> Product USP</vt:lpstr>
      <vt:lpstr> Use Cases &amp; High level Requirements</vt:lpstr>
      <vt:lpstr> Proof of Concept (PoC) / 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Jnanesh N R</dc:creator>
  <cp:lastModifiedBy>Jnanesh N R</cp:lastModifiedBy>
  <cp:revision>10</cp:revision>
  <dcterms:created xsi:type="dcterms:W3CDTF">2025-09-17T04:00:39Z</dcterms:created>
  <dcterms:modified xsi:type="dcterms:W3CDTF">2026-03-27T18:39:53Z</dcterms:modified>
</cp:coreProperties>
</file>